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Sazzadul Islam  |  Data Analyst - Data Engineer - Data Scientist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sazzadulislam352@gmail.com   |   github.com/sazzadulislam352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featured data analytics projects covered in this presentation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Market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from transaction data using Python &amp; Tableau-style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Reporting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Pandas automated performance reporting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343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709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SQL + Tableau-style sales reporting workflow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"Featured Projects" section from the portfolio site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016" y="1600200"/>
            <a:ext cx="3754921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sazzadulislam352.github.io/sazzadul-islam-portfolio/#projects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Customer Market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December 2024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Segment customers from raw transaction data to guide targeted marketing decisions.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Cleaned and analyzed 12,000+ transactional rows in Python, applied segmentation techniques to identify 4 distinct customer groups, then built an interactive dashboard with 12 visualizations and 4 KPIs.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Insights directly informed 3 targeted marketing strategies.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 / Skills: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5120640"/>
            <a:ext cx="81381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51206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28416" y="5120640"/>
            <a:ext cx="81381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51206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Pandas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5120640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51206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Tableau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12664" y="5120640"/>
            <a:ext cx="204825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512064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512064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5120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KPI Design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Market Analysis - 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(249 transactions / 50 customers) built to demonstrate the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249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Total 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$80,082.76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$321.62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Avg. Order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Customers were segmented via RFM analysis into 4 groups: Champions, Loyal, At Risk, and Needs Attention. Note: this demo uses a smaller, clearly-labeled representative sample dataset (not the original 12,000+ row dataset) to keep the workflow runnable end-to-end.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Live Dashboard: projects/customer-market-analysis/dashboard.html  |  Code &amp; Data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Automated Employee Reporting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October 2024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Reduce the manual effort required to produce recurring employee performance reports.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Engineered SQL-based performance analytics and used Pandas to clean and standardize 10,000+ rows of employee data into an automated reporting workflow.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Cut data processing time by 45%.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 / Skills: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512064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51206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81528" y="5120640"/>
            <a:ext cx="81381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51206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Pandas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32504" y="5120640"/>
            <a:ext cx="180136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51206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Process Automation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71032" y="5120640"/>
            <a:ext cx="204825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512064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Performance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Reporting - 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(200 records / 50 employees over 4 months) built to demonstrate the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Employees Tracked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90.8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Avg. Performance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93.6%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Avg. Attendance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45%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Faster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Automated reporting pipeline aggregates performance across 5 departments (Sales, Marketing, Support, Operations, Finance) and surfaces top performers automatically each month. Note: this demo uses a smaller, clearly-labeled representative sample dataset (not the original 10,000+ row dataset) to keep the workflow runnable end-to-end.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Live Dashboard: projects/automated-employee-reporting/dashboard.html  |  Code &amp; Data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3: Sales Performance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March 2024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Speed up sales performance reporting for a large customer 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Combined Excel, SQL, and Tableau to analyze a 50,000-record sales dataset, building a repeatable reporting workflow.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Enabled 40% faster sales performance reporting.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 / Skills: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51206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5120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Excel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512064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51206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50208" y="5120640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51206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Tableau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51206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Sales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- 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(260 sales records / 10 reps) built to demonstrate the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260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Sales Recorded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Active Sales Reps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$232,564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40%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Faster Reporting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Reporting workflow breaks down revenue by region, rep, product, and channel (Online vs Retail), with a repeatable SQL view powering monthly refreshes. Note: this demo uses a smaller, clearly-labeled representative sample dataset (not the original 50,000-record dataset) to keep the workflow runnable end-to-end.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Live Dashboard: projects/sales-performance-analysis/dashboard.html  |  Code &amp; Data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Sazzadul Islam  |  sazzadulislam352@gmail.com  |  github.com/sazzadulislam352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dc:subject>PptxGenJS Presentation</dc:subject>
  <dc:creator>Sazzadul Islam</dc:creator>
  <cp:lastModifiedBy>Sazzadul Islam</cp:lastModifiedBy>
  <cp:revision>1</cp:revision>
  <dcterms:created xsi:type="dcterms:W3CDTF">2026-07-16T22:33:41Z</dcterms:created>
  <dcterms:modified xsi:type="dcterms:W3CDTF">2026-07-16T22:33:41Z</dcterms:modified>
</cp:coreProperties>
</file>