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Data Analytics Portfolio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</a:rPr>
              <a:t>Final Project Presentation — Customer Market Analysis, Automated Employee Reporting &amp; Sales Performance Analysis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D5DB"/>
                </a:solidFill>
              </a:rPr>
              <a:t>Sazzadul Islam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1. Customer Market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5840" y="1645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Segment customers by purchasing behavior to enable targeted marketing campaigns and improve customer retention.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2. Automated Employee Reporting System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Automate the monthly employee performance and attendance reporting process to reduce manual effort and reporting turnaround time.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3. Sales Performance Analysis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Analyze sales representative performance to identify top performers, quota attainment, and opportunities to speed up reporting.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Customer Market Analysis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</a:rPr>
              <a:t>Project Deep Dive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Objective &amp; Data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Objective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Segment customers by purchasing behavior to enable targeted marketing campaigns and improve customer retention.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Synthetic sample dataset (seed=42, reproducible): 50 customers, 249 transactions across product categories with dates and order amounts.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Methodology: SQL &amp; Python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Used SQL window functions (NTILE) to score each customer on Recency, Frequency and Monetary value, then combined the three quartile scores into an RFM segment label.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customer_id,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NTILE(4) OVER (ORDER BY recency_days) AS r_score,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NTILE(4) OVER (ORDER BY frequency) AS f_score,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NTILE(4) OVER (ORDER BY monetary DESC) AS m_score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customer_agg;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Loaded the RFM scores into pandas, standardized the features, and applied K-Means clustering (scikit-learn) to group customers into behavioral segments.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sklearn.cluster import KMeans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scale(rfm[['recency','frequency','monetary']])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kmeans = KMeans(n_clusters=4, random_state=42).fit(X)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rfm['segment'] = kmeans.labels_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Dashboard Result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4892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Built an interactive HTML/Chart.js dashboard with KPI cards and charts (revenue by segment, top categories, RFM scatter) driven by the aggregated data.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Key Results &amp; Insights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50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Customers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249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5488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Transactions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$80,082.76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Total Revenue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$321.62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423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Avg Order Value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Insights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5661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Champions (high value, frequent, recent buyers) drive a disproportionate share of revenue; At-Risk customers represent a clear re-engagement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Automated Employee Reporting 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</a:rPr>
              <a:t>Project Deep Dive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Objective &amp; Data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Objective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Automate the monthly employee performance and attendance reporting process to reduce manual effort and reporting turnaround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Synthetic sample dataset (seed=7, reproducible): 50 employees tracked across 4 months (200 records) covering performance score and attendance rate.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Methodology: SQL &amp; Python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Aggregated raw monthly records with SQL GROUP BY to compute per-employee average performance and attendance, then ranked employees to flag top and bottom performers.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employee_id,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AVG(performance_score) AS avg_performance,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AVG(attendance_rate) AS avg_attendance,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RANK() OVER (ORDER BY AVG(performance_score) DESC) AS perf_rank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employee_monthly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employee_id;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Used pandas to compare manual vs. automated reporting time and to compute trend lines for performance and attendance across months.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manual_hours = 6.0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automated_hours = manual_hours * (1 - 0.45)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speed_gain = (manual_hours - automated_hours) / manual_hours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monthly = df.groupby('month')[['performance_score','attendance_rate']].mean()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Dashboard Result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4892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Built an HTML/Chart.js dashboard with KPI cards and monthly trend charts to replace the manual spreadsheet reporting process.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Key Results &amp; Insights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50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Employees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90.8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5488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Avg Performance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93.6%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Avg Attendance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45%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423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Faster Processing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Insights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5661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Automating report generation cut reporting turnaround by 45%, freeing HR staff to focus on coaching lower-performing employees identified by the ranking.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Sales Performance Analysis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</a:rPr>
              <a:t>Project Deep Dive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Objective &amp; Data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Objective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Analyze sales representative performance to identify top performers, quota attainment, and opportunities to speed up reporting.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Synthetic sample dataset (seed=99, reproducible): 260 sales records across 10 sales representatives.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Methodology: SQL &amp; Python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Used SQL aggregation and ranking to compute total revenue, deal count, and quota attainment per rep.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rep_id,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SUM(sale_amount) AS total_revenue,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COUNT(*) AS deals,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SUM(sale_amount)/quota AS quota_attainment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sales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rep_id, quota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total_revenue DESC;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Used pandas to compare reporting turnaround before/after automation and to rank reps by revenue contribution.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rep_summary = df.groupby('rep_id')['sale_amount'].agg(['sum','count'])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rep_summary['rank'] = rep_summary['sum'].rank(ascending=False)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time_saved_pct = (old_hours - new_hours) / old_hours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Dashboard Result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4892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Built an HTML/Chart.js dashboard showing KPI cards, a revenue-by-rep bar chart, and a monthly trend line.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Key Results &amp; Insights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260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Sales Records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10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5488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Sales Reps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$232,564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Total Revenue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40%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423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Faster Reporting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Insights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5661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A small group of top reps generate a majority of revenue; automating the reporting pipeline reduced reporting time by 40%, enabling weekly instead of monthly reviews.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Sazzadul Islam — Data Analyst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2026-07-18T15:22:09Z</dcterms:created>
  <dcterms:modified xsi:type="dcterms:W3CDTF">2026-07-18T15:22:09Z</dcterms:modified>
</cp:coreProperties>
</file>