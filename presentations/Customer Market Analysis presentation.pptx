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743200"/>
            <a:ext cx="12188952" cy="4572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0"/>
            <a:ext cx="10698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Market Analysis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31520" y="30175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Project - December 2024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57607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1D5DB"/>
                </a:solidFill>
              </a:rPr>
              <a:t>Sazzadul Islam  |  Data Analyst - Data Engineer - Data Scientist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612648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</a:rPr>
              <a:t>sazzadulislam352@gmail.com   |   github.com/sazzadulislam352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F293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Market Analysis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Project - December 2024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73152" cy="77724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78308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</a:rPr>
              <a:t>Goal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77240" y="214884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5563"/>
                </a:solidFill>
              </a:rPr>
              <a:t>Segment customers from raw transaction data to guide targeted marketing decisions.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880360"/>
            <a:ext cx="73152" cy="77724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83464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</a:rPr>
              <a:t>Approach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77240" y="320040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5563"/>
                </a:solidFill>
              </a:rPr>
              <a:t>Cleaned and analyzed 12,000+ transactional rows in Python, applied segmentation techniques to identify 4 distinct customer groups, then built an interactive dashboard with 12 visualizations and 4 KPIs.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931920"/>
            <a:ext cx="73152" cy="77724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38862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</a:rPr>
              <a:t>Result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77240" y="425196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5563"/>
                </a:solidFill>
              </a:rPr>
              <a:t>Insights directly informed 3 targeted marketing strategies.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48640" y="507492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</a:rPr>
              <a:t>Tech / Skills: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377440" y="5120640"/>
            <a:ext cx="813816" cy="36576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 w="9525">
            <a:solidFill>
              <a:srgbClr val="0EA5E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377440" y="5120640"/>
            <a:ext cx="8138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5985"/>
                </a:solidFill>
              </a:rPr>
              <a:t>Python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328416" y="5120640"/>
            <a:ext cx="813816" cy="36576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 w="9525">
            <a:solidFill>
              <a:srgbClr val="0EA5E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328416" y="5120640"/>
            <a:ext cx="8138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5985"/>
                </a:solidFill>
              </a:rPr>
              <a:t>Pandas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279392" y="5120640"/>
            <a:ext cx="896112" cy="36576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 w="9525">
            <a:solidFill>
              <a:srgbClr val="0EA5E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79392" y="5120640"/>
            <a:ext cx="8961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5985"/>
                </a:solidFill>
              </a:rPr>
              <a:t>Tableau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312664" y="5120640"/>
            <a:ext cx="2048256" cy="36576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 w="9525">
            <a:solidFill>
              <a:srgbClr val="0EA5E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312664" y="5120640"/>
            <a:ext cx="20482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5985"/>
                </a:solidFill>
              </a:rPr>
              <a:t>Customer Segmentation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498080" y="5120640"/>
            <a:ext cx="1143000" cy="36576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 w="9525">
            <a:solidFill>
              <a:srgbClr val="0EA5E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498080" y="5120640"/>
            <a:ext cx="1143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5985"/>
                </a:solidFill>
              </a:rPr>
              <a:t>KPI Design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F293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Market Analysis - Dashboard KPIs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dataset (249 transactions / 50 customers) built to demonstrate the workflow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2514600" cy="1371600"/>
          </a:xfrm>
          <a:prstGeom prst="roundRect">
            <a:avLst>
              <a:gd name="adj" fmla="val 5333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148840"/>
            <a:ext cx="2514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EA5E9"/>
                </a:solidFill>
              </a:rPr>
              <a:t>50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2788920"/>
            <a:ext cx="2331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B5563"/>
                </a:solidFill>
              </a:rPr>
              <a:t>Total Customers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37560" y="2011680"/>
            <a:ext cx="2514600" cy="1371600"/>
          </a:xfrm>
          <a:prstGeom prst="roundRect">
            <a:avLst>
              <a:gd name="adj" fmla="val 5333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7560" y="2148840"/>
            <a:ext cx="2514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EA5E9"/>
                </a:solidFill>
              </a:rPr>
              <a:t>249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3429000" y="2788920"/>
            <a:ext cx="2331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B5563"/>
                </a:solidFill>
              </a:rPr>
              <a:t>Total Transactions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26480" y="2011680"/>
            <a:ext cx="2514600" cy="1371600"/>
          </a:xfrm>
          <a:prstGeom prst="roundRect">
            <a:avLst>
              <a:gd name="adj" fmla="val 5333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6480" y="2148840"/>
            <a:ext cx="2514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EA5E9"/>
                </a:solidFill>
              </a:rPr>
              <a:t>$80,082.76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6217920" y="2788920"/>
            <a:ext cx="2331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B5563"/>
                </a:solidFill>
              </a:rPr>
              <a:t>Total Revenue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15400" y="2011680"/>
            <a:ext cx="2514600" cy="1371600"/>
          </a:xfrm>
          <a:prstGeom prst="roundRect">
            <a:avLst>
              <a:gd name="adj" fmla="val 5333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915400" y="2148840"/>
            <a:ext cx="2514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EA5E9"/>
                </a:solidFill>
              </a:rPr>
              <a:t>$321.62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9006840" y="2788920"/>
            <a:ext cx="2331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B5563"/>
                </a:solidFill>
              </a:rPr>
              <a:t>Avg. Order Value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48640" y="4206240"/>
            <a:ext cx="110642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4B5563"/>
                </a:solidFill>
              </a:rPr>
              <a:t>Customers were segmented via RFM analysis into 4 groups: Champions, Loyal, At Risk, and Needs Attention. Note: this demo uses a smaller, clearly-labeled representative sample dataset (not the original 12,000+ row dataset) to keep the workflow runnable end-to-end.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48640" y="539496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66E"/>
                </a:solidFill>
              </a:rPr>
              <a:t>Live Dashboard: projects/customer-market-analysis/dashboard.html  |  Code &amp; Data on GitHub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F2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108960"/>
            <a:ext cx="12188952" cy="4572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56032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Thank You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324612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3C5FD"/>
                </a:solidFill>
              </a:rPr>
              <a:t>Questions &amp; Discussion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1D5DB"/>
                </a:solidFill>
              </a:rPr>
              <a:t>Sazzadul Islam  |  sazzadulislam352@gmail.com  |  github.com/sazzadulislam352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Customer Market Analysis</dc:title>
  <dc:subject>PptxGenJS Presentation</dc:subject>
  <dc:creator>Sazzadul Islam</dc:creator>
  <cp:lastModifiedBy>Sazzadul Islam</cp:lastModifiedBy>
  <cp:revision>1</cp:revision>
  <dcterms:created xsi:type="dcterms:W3CDTF">2026-07-17T15:27:31Z</dcterms:created>
  <dcterms:modified xsi:type="dcterms:W3CDTF">2026-07-17T15:27:31Z</dcterms:modified>
</cp:coreProperties>
</file>