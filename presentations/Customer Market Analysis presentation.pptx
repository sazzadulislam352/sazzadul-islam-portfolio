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Customer Market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Data Analysis &amp; Interactive Dashboard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Sazzadul Islam  |  DataInsight Portfolio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BFF"/>
                </a:solidFill>
              </a:rPr>
              <a:t>Project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Segment customers by purchasing behavior to enable targeted marketing campaigns and improve customer retention.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BFF"/>
                </a:solidFill>
              </a:rPr>
              <a:t>Methodology: Step by Step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2E5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Data Collection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&amp; Preparation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331720" y="2148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60320" y="155448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554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SQL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2148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DB2777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554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Python Analysis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(Modeling)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766560" y="1554480"/>
            <a:ext cx="1874520" cy="1645920"/>
          </a:xfrm>
          <a:prstGeom prst="roundRect">
            <a:avLst>
              <a:gd name="adj" fmla="val 5556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554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Dashboard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Development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</a:rPr>
              <a:t>Full workflow used to go from raw idea to a working, data-backed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5BFF"/>
                </a:solidFill>
              </a:rPr>
              <a:t>Step 1 — Data Collection &amp; Preparation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Synthetic sample dataset (seed=42, reproducible): 50 customers, 249 transactions across product categories with dates and order amounts.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</a:rPr>
              <a:t>Note: this is a representative sample dataset generated for demonstration purposes, not the full production-scale dataset.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Step 2 — SQL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Used SQL window functions (NTILE) to score each customer on Recency, Frequency and Monetary value, then combined the three quartile scores into an RFM segment label.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74520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NTILE(4) OVER (ORDER BY recency_days) AS r_score,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NTILE(4) OVER (ORDER BY frequency) AS f_score,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NTILE(4) OVER (ORDER BY monetary DESC) AS m_score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customer_agg;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B2777"/>
                </a:solidFill>
              </a:rPr>
              <a:t>Step 3 — Python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Loaded the RFM scores into pandas, standardized the features, and applied K-Means clustering (scikit-learn) to group customers into behavioral segments.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74520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scale(rfm[['recency','frequency','monetary']])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KMeans(n_clusters=4, random_state=42).fit(X)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rfm['segment'] = kmeans.labels_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Step 4 — Dashboard Development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Built an interactive HTML/Chart.js dashboard with KPI cards and charts (revenue by segment, top categories, RFM scatter) driven by the aggregated data.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5BFF"/>
                </a:solidFill>
              </a:rPr>
              <a:t>Live Dashboard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329" y="685800"/>
            <a:ext cx="523734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BFF"/>
                </a:solidFill>
              </a:rPr>
              <a:t>Key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BFF"/>
                </a:solidFill>
              </a:rPr>
              <a:t>50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Customers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371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BFF"/>
                </a:solidFill>
              </a:rPr>
              <a:t>249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663440" y="2057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Transactions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BFF"/>
                </a:solidFill>
              </a:rPr>
              <a:t>$80,082.76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Total Revenue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926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BFF"/>
                </a:solidFill>
              </a:rPr>
              <a:t>$321.62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3611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Avg Order Value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BFF"/>
                </a:solidFill>
              </a:rPr>
              <a:t>Insights &amp; 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33333"/>
                </a:solidFill>
              </a:rPr>
              <a:t>Champions (high value, frequent, recent buyers) drive a disproportionate share of revenue; At-Risk customers represent a clear re-engagement opportunity.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sazzadulislam352.github.io/sazzadul-islam-portfolio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2026-07-17T22:14:13Z</dcterms:created>
  <dcterms:modified xsi:type="dcterms:W3CDTF">2026-07-17T22:14:13Z</dcterms:modified>
</cp:coreProperties>
</file>