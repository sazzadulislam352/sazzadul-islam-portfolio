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Employee Reporting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- October 2024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Sazzadul Islam  |  Data Analyst - Data Engineer - Data Scientist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sazzadulislam352@gmail.com   |   github.com/sazzadulislam352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Employee Reporting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- October 2024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Reduce the manual effort required to produce recurring employee performance reports.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Approach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Engineered SQL-based performance analytics and used Pandas to clean and standardize 10,000+ rows of employee data into an automated reporting workflow.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Result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Cut data processing time by 45%.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Tech / Skills: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512064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512064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81528" y="5120640"/>
            <a:ext cx="813816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1528" y="5120640"/>
            <a:ext cx="813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Pandas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32504" y="5120640"/>
            <a:ext cx="1801368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32504" y="512064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Process Automation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71032" y="5120640"/>
            <a:ext cx="2048256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512064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Performance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Employee Reporting System - Dashboard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 (200 records / 50 employees over 4 months) built to demonstrate the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50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Employees Tracked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90.8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Avg. Performance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93.6%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Avg. Attendance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45%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0684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Faster 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</a:rPr>
              <a:t>Automated reporting pipeline aggregates performance across 5 departments (Sales, Marketing, Support, Operations, Finance) and surfaces top performers automatically each month. Note: this demo uses a smaller, clearly-labeled representative sample dataset (not the original 10,000+ row dataset) to keep the workflow runnable end-to-end.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Live Dashboard: projects/automated-employee-reporting/dashboard.html  |  Code &amp; Data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Sazzadul Islam  |  sazzadulislam352@gmail.com  |  github.com/sazzadulislam352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Employee Reporting System</dc:title>
  <dc:subject>PptxGenJS Presentation</dc:subject>
  <dc:creator>Sazzadul Islam</dc:creator>
  <cp:lastModifiedBy>Sazzadul Islam</cp:lastModifiedBy>
  <cp:revision>1</cp:revision>
  <dcterms:created xsi:type="dcterms:W3CDTF">2026-07-17T15:28:54Z</dcterms:created>
  <dcterms:modified xsi:type="dcterms:W3CDTF">2026-07-17T15:28:54Z</dcterms:modified>
</cp:coreProperties>
</file>