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Automated Employee Reporting System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3C5FD"/>
                </a:solidFill>
              </a:rPr>
              <a:t>Data Analysis &amp; Interactive Dashboard Project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Sazzadul Islam  |  DataInsight Portfolio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5BFF"/>
                </a:solidFill>
              </a:rPr>
              <a:t>Project Objective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Automate the monthly employee performance and attendance reporting process to reduce manual effort and reporting turnaround time.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5BFF"/>
                </a:solidFill>
              </a:rPr>
              <a:t>Methodology: Step by Step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554480"/>
            <a:ext cx="1874520" cy="1645920"/>
          </a:xfrm>
          <a:prstGeom prst="roundRect">
            <a:avLst>
              <a:gd name="adj" fmla="val 5556"/>
            </a:avLst>
          </a:prstGeom>
          <a:solidFill>
            <a:srgbClr val="2E5BF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554480"/>
            <a:ext cx="1874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1. Data Collection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&amp; Preparation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331720" y="2148840"/>
            <a:ext cx="274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66666"/>
                </a:solidFill>
              </a:rPr>
              <a:t>→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560320" y="1554480"/>
            <a:ext cx="1874520" cy="1645920"/>
          </a:xfrm>
          <a:prstGeom prst="roundRect">
            <a:avLst>
              <a:gd name="adj" fmla="val 5556"/>
            </a:avLst>
          </a:prstGeom>
          <a:solidFill>
            <a:srgbClr val="7C3AED"/>
          </a:solidFill>
          <a:ln/>
        </p:spPr>
      </p:sp>
      <p:sp>
        <p:nvSpPr>
          <p:cNvPr id="7" name="Text 5"/>
          <p:cNvSpPr/>
          <p:nvPr/>
        </p:nvSpPr>
        <p:spPr>
          <a:xfrm>
            <a:off x="2560320" y="1554480"/>
            <a:ext cx="1874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2. SQL Analysis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434840" y="2148840"/>
            <a:ext cx="274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66666"/>
                </a:solidFill>
              </a:rPr>
              <a:t>→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663440" y="1554480"/>
            <a:ext cx="1874520" cy="1645920"/>
          </a:xfrm>
          <a:prstGeom prst="roundRect">
            <a:avLst>
              <a:gd name="adj" fmla="val 5556"/>
            </a:avLst>
          </a:prstGeom>
          <a:solidFill>
            <a:srgbClr val="DB2777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554480"/>
            <a:ext cx="1874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3. Python Analysis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(Modeling)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37960" y="2148840"/>
            <a:ext cx="274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66666"/>
                </a:solidFill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6766560" y="1554480"/>
            <a:ext cx="1874520" cy="1645920"/>
          </a:xfrm>
          <a:prstGeom prst="roundRect">
            <a:avLst>
              <a:gd name="adj" fmla="val 5556"/>
            </a:avLst>
          </a:prstGeom>
          <a:solidFill>
            <a:srgbClr val="059669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1554480"/>
            <a:ext cx="1874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4. Dashboard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Development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</a:rPr>
              <a:t>Full workflow used to go from raw idea to a working, data-backed dashboard.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5BFF"/>
                </a:solidFill>
              </a:rPr>
              <a:t>Step 1 — Data Collection &amp; Preparation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Synthetic sample dataset (seed=7, reproducible): 50 employees tracked across 4 months (200 records) covering performance score and attendance rate.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2062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88888"/>
                </a:solidFill>
              </a:rPr>
              <a:t>Note: this is a representative sample dataset generated for demonstration purposes, not the full production-scale dataset.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C3AED"/>
                </a:solidFill>
              </a:rPr>
              <a:t>Step 2 — SQL Analysis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</a:rPr>
              <a:t>Aggregated raw monthly records with SQL GROUP BY to compute per-employee average performance and attendance, then ranked employees to flag top and bottom performers.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783080"/>
            <a:ext cx="8229600" cy="2011680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874520"/>
            <a:ext cx="79552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employee_id,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AVG(performance_score) AS avg_performance,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AVG(attendance_rate) AS avg_attendance,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RANK() OVER (ORDER BY AVG(performance_score) DESC) AS perf_rank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employee_monthly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BY employee_id;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B2777"/>
                </a:solidFill>
              </a:rPr>
              <a:t>Step 3 — Python Analysis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</a:rPr>
              <a:t>Used pandas to compare manual vs. automated reporting time and to compute trend lines for performance and attendance across months.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783080"/>
            <a:ext cx="8229600" cy="2011680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874520"/>
            <a:ext cx="79552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manual_hours = 6.0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automated_hours = manual_hours * (1 - 0.45)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speed_gain = (manual_hours - automated_hours) / manual_hours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monthly = df.groupby('month')[['performance_score','attendance_rate']].mean()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59669"/>
                </a:solidFill>
              </a:rPr>
              <a:t>Step 4 — Dashboard Development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Built an HTML/Chart.js dashboard with KPI cards and monthly trend charts to replace the manual spreadsheet reporting process.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5BFF"/>
                </a:solidFill>
              </a:rPr>
              <a:t>Live Dashboard</a:t>
            </a:r>
            <a:endParaRPr lang="en-US" sz="22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685800"/>
            <a:ext cx="8412480" cy="407479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5BFF"/>
                </a:solidFill>
              </a:rPr>
              <a:t>Key Results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840480" cy="1280160"/>
          </a:xfrm>
          <a:prstGeom prst="roundRect">
            <a:avLst>
              <a:gd name="adj" fmla="val 5714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37160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5BFF"/>
                </a:solidFill>
              </a:rPr>
              <a:t>50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205740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Employees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63440" y="1280160"/>
            <a:ext cx="3840480" cy="1280160"/>
          </a:xfrm>
          <a:prstGeom prst="roundRect">
            <a:avLst>
              <a:gd name="adj" fmla="val 5714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63440" y="137160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5BFF"/>
                </a:solidFill>
              </a:rPr>
              <a:t>90.8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663440" y="205740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Avg Performance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3840480" cy="1280160"/>
          </a:xfrm>
          <a:prstGeom prst="roundRect">
            <a:avLst>
              <a:gd name="adj" fmla="val 5714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92608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5BFF"/>
                </a:solidFill>
              </a:rPr>
              <a:t>93.6%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57200" y="361188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Avg Attendance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2834640"/>
            <a:ext cx="3840480" cy="1280160"/>
          </a:xfrm>
          <a:prstGeom prst="roundRect">
            <a:avLst>
              <a:gd name="adj" fmla="val 5714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292608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5BFF"/>
                </a:solidFill>
              </a:rPr>
              <a:t>45%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663440" y="361188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Faster Processing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5BFF"/>
                </a:solidFill>
              </a:rPr>
              <a:t>Insights &amp; Conclusion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333333"/>
                </a:solidFill>
              </a:rPr>
              <a:t>Automating report generation cut reporting turnaround by 45%, freeing HR staff to focus on coaching lower-performing employees identified by the ranking.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888"/>
                </a:solidFill>
              </a:rPr>
              <a:t>sazzadulislam352.github.io/sazzadul-islam-portfolio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2026-07-17T22:54:22Z</dcterms:created>
  <dcterms:modified xsi:type="dcterms:W3CDTF">2026-07-17T22:54:22Z</dcterms:modified>
</cp:coreProperties>
</file>