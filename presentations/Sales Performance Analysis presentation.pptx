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Sales Performance Analysis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3C5FD"/>
                </a:solidFill>
              </a:rPr>
              <a:t>Data Analysis &amp; Interactive Dashboard Project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Sazzadul Islam  |  DataInsight Portfolio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5BFF"/>
                </a:solidFill>
              </a:rPr>
              <a:t>Project Objective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Analyze sales representative performance to identify top performers, quota attainment, and opportunities to speed up reporting.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5BFF"/>
                </a:solidFill>
              </a:rPr>
              <a:t>Methodology: Step by Step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554480"/>
            <a:ext cx="1874520" cy="1645920"/>
          </a:xfrm>
          <a:prstGeom prst="roundRect">
            <a:avLst>
              <a:gd name="adj" fmla="val 5556"/>
            </a:avLst>
          </a:prstGeom>
          <a:solidFill>
            <a:srgbClr val="2E5BF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554480"/>
            <a:ext cx="1874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1. Data Collection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&amp; Preparation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31720" y="214884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66666"/>
                </a:solidFill>
              </a:rPr>
              <a:t>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560320" y="1554480"/>
            <a:ext cx="1874520" cy="1645920"/>
          </a:xfrm>
          <a:prstGeom prst="roundRect">
            <a:avLst>
              <a:gd name="adj" fmla="val 5556"/>
            </a:avLst>
          </a:prstGeom>
          <a:solidFill>
            <a:srgbClr val="7C3AED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0" y="1554480"/>
            <a:ext cx="1874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2. SQL Analysis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434840" y="214884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66666"/>
                </a:solidFill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663440" y="1554480"/>
            <a:ext cx="1874520" cy="1645920"/>
          </a:xfrm>
          <a:prstGeom prst="roundRect">
            <a:avLst>
              <a:gd name="adj" fmla="val 5556"/>
            </a:avLst>
          </a:prstGeom>
          <a:solidFill>
            <a:srgbClr val="DB2777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554480"/>
            <a:ext cx="1874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3. Python Analysis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(Modeling)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37960" y="2148840"/>
            <a:ext cx="274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66666"/>
                </a:solidFill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766560" y="1554480"/>
            <a:ext cx="1874520" cy="1645920"/>
          </a:xfrm>
          <a:prstGeom prst="roundRect">
            <a:avLst>
              <a:gd name="adj" fmla="val 5556"/>
            </a:avLst>
          </a:prstGeom>
          <a:solidFill>
            <a:srgbClr val="059669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1554480"/>
            <a:ext cx="1874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4. Dashboard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Development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</a:rPr>
              <a:t>Full workflow used to go from raw idea to a working, data-backed dashboard.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5BFF"/>
                </a:solidFill>
              </a:rPr>
              <a:t>Step 1 — Data Collection &amp; Preparation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Synthetic sample dataset (seed=99, reproducible): 260 sales records across 10 sales representatives.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8888"/>
                </a:solidFill>
              </a:rPr>
              <a:t>Note: this is a representative sample dataset generated for demonstration purposes, not the full production-scale dataset.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C3AED"/>
                </a:solidFill>
              </a:rPr>
              <a:t>Step 2 — SQL Analysis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Used SQL aggregation and ranking to compute total revenue, deal count, and quota attainment per rep.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8229600" cy="2011680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874520"/>
            <a:ext cx="79552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rep_id,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SUM(sale_amount) AS total_revenue,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COUNT(*) AS deals,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SUM(sale_amount)/quota AS quota_attainment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sales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rep_id, quota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total_revenue DESC;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B2777"/>
                </a:solidFill>
              </a:rPr>
              <a:t>Step 3 — Python Analysis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</a:rPr>
              <a:t>Used pandas to compare reporting turnaround before/after automation and to rank reps by revenue contribution.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8229600" cy="2011680"/>
          </a:xfrm>
          <a:prstGeom prst="rect">
            <a:avLst/>
          </a:prstGeom>
          <a:solidFill>
            <a:srgbClr val="1E1E2E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874520"/>
            <a:ext cx="79552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rep_summary = df.groupby('rep_id')['sale_amount'].agg(['sum','count'])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rep_summary['rank'] = rep_summary['sum'].rank(ascending=False)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time_saved_pct = (old_hours - new_hours) / old_hours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</a:rPr>
              <a:t>Step 4 — Dashboard Development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Built an HTML/Chart.js dashboard showing KPI cards, a revenue-by-rep bar chart, and a monthly trend line.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5BFF"/>
                </a:solidFill>
              </a:rPr>
              <a:t>Live Dashboard</a:t>
            </a:r>
            <a:endParaRPr lang="en-US" sz="2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3329" y="685800"/>
            <a:ext cx="5237342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5BFF"/>
                </a:solidFill>
              </a:rPr>
              <a:t>Key Results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5BFF"/>
                </a:solidFill>
              </a:rPr>
              <a:t>260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20574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Sales Records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28016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63440" y="13716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5BFF"/>
                </a:solidFill>
              </a:rPr>
              <a:t>10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663440" y="20574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Sales Reps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9260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5BFF"/>
                </a:solidFill>
              </a:rPr>
              <a:t>$232,564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7200" y="361188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Total Revenue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283464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9260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5BFF"/>
                </a:solidFill>
              </a:rPr>
              <a:t>40%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663440" y="361188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</a:rPr>
              <a:t>Faster Reporting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5BFF"/>
                </a:solidFill>
              </a:rPr>
              <a:t>Insights &amp; Conclusion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333333"/>
                </a:solidFill>
              </a:rPr>
              <a:t>A small group of top reps generate a majority of revenue; automating the reporting pipeline reduced reporting time by 40%, enabling weekly instead of monthly reviews.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sazzadulislam352.github.io/sazzadul-islam-portfolio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2026-07-18T15:34:29Z</dcterms:created>
  <dcterms:modified xsi:type="dcterms:W3CDTF">2026-07-18T15:34:29Z</dcterms:modified>
</cp:coreProperties>
</file>