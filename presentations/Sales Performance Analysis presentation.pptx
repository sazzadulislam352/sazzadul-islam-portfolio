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March 2024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Sazzadul Islam  |  Data Analyst - Data Engineer - Data Scientist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sazzadulislam352@gmail.com   |   github.com/sazzadulislam352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- March 2024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Goal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Speed up sales performance reporting for a large customer base.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Approach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Combined Excel, SQL, and Tableau to analyze a 50,000-record sales dataset, building a repeatable reporting workflow.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Result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251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Enabled 40% faster sales performance reporting.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Tech / Skills: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512064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5120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Excel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512064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51206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50208" y="5120640"/>
            <a:ext cx="896112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5120640"/>
            <a:ext cx="896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Tableau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512064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5120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5985"/>
                </a:solidFill>
              </a:rPr>
              <a:t>Sales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- Dashboard KPIs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(260 sales records / 10 reps) built to demonstrate the 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260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Sales Recorded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10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Active Sales Reps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$232,564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5400" y="21488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A5E9"/>
                </a:solidFill>
              </a:rPr>
              <a:t>40%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068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Faster Reporting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B5563"/>
                </a:solidFill>
              </a:rPr>
              <a:t>Reporting workflow breaks down revenue by region, rep, product, and channel (Online vs Retail), with a repeatable SQL view powering monthly refreshes. Note: this demo uses a smaller, clearly-labeled representative sample dataset (not the original 50,000-record dataset) to keep the workflow runnable end-to-end.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Live Dashboard: projects/sales-performance-analysis/dashboard.html  |  Code &amp; Data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88952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Sazzadul Islam  |  sazzadulislam352@gmail.com  |  github.com/sazzadulislam352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Analysis</dc:title>
  <dc:subject>PptxGenJS Presentation</dc:subject>
  <dc:creator>Sazzadul Islam</dc:creator>
  <cp:lastModifiedBy>Sazzadul Islam</cp:lastModifiedBy>
  <cp:revision>1</cp:revision>
  <dcterms:created xsi:type="dcterms:W3CDTF">2026-07-17T21:20:03Z</dcterms:created>
  <dcterms:modified xsi:type="dcterms:W3CDTF">2026-07-17T21:20:03Z</dcterms:modified>
</cp:coreProperties>
</file>